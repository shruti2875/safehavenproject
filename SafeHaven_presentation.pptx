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0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DB508-DB9F-4F6E-A45C-BBE6817E9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650" y="2166409"/>
            <a:ext cx="7343775" cy="2100791"/>
          </a:xfrm>
        </p:spPr>
        <p:txBody>
          <a:bodyPr/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Haven</a:t>
            </a:r>
            <a:r>
              <a:rPr lang="en-US" sz="4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Confidential     Support System for Victims of Domestic Violence</a:t>
            </a:r>
          </a:p>
        </p:txBody>
      </p:sp>
    </p:spTree>
    <p:extLst>
      <p:ext uri="{BB962C8B-B14F-4D97-AF65-F5344CB8AC3E}">
        <p14:creationId xmlns:p14="http://schemas.microsoft.com/office/powerpoint/2010/main" val="30324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9D7C4-D1FF-467F-8D0C-4AA3F1D4BE42}"/>
              </a:ext>
            </a:extLst>
          </p:cNvPr>
          <p:cNvSpPr txBox="1"/>
          <p:nvPr/>
        </p:nvSpPr>
        <p:spPr>
          <a:xfrm>
            <a:off x="1790700" y="962025"/>
            <a:ext cx="59531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Contents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Literature Survey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ER Diagram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297996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99DA93-81C5-42D5-96C7-0DDD6796BEF8}"/>
              </a:ext>
            </a:extLst>
          </p:cNvPr>
          <p:cNvSpPr txBox="1"/>
          <p:nvPr/>
        </p:nvSpPr>
        <p:spPr>
          <a:xfrm>
            <a:off x="885825" y="1702326"/>
            <a:ext cx="8953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:Victims of domestic violence require discreet, accessible, and immediate support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options,but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may be fragmented or difficult to access. A confidential app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thatprovides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safety planning, emergency contacts, and direct communication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supportservices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could empower victims to seek help safely.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D3108-021F-4098-9711-450524A62C69}"/>
              </a:ext>
            </a:extLst>
          </p:cNvPr>
          <p:cNvSpPr txBox="1"/>
          <p:nvPr/>
        </p:nvSpPr>
        <p:spPr>
          <a:xfrm>
            <a:off x="885825" y="676275"/>
            <a:ext cx="7286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F7711-1E89-40FF-8954-9D9FBB769579}"/>
              </a:ext>
            </a:extLst>
          </p:cNvPr>
          <p:cNvSpPr txBox="1"/>
          <p:nvPr/>
        </p:nvSpPr>
        <p:spPr>
          <a:xfrm>
            <a:off x="885825" y="3827563"/>
            <a:ext cx="8772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Domestic violence victims face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barriers in seeking help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and hard to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confidential, accessible, and immediate support app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154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07B60-7EC2-4AC0-94B9-2594D023EF6A}"/>
              </a:ext>
            </a:extLst>
          </p:cNvPr>
          <p:cNvSpPr txBox="1"/>
          <p:nvPr/>
        </p:nvSpPr>
        <p:spPr>
          <a:xfrm>
            <a:off x="981074" y="800100"/>
            <a:ext cx="74961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Existing apps/services</a:t>
            </a:r>
            <a:r>
              <a:rPr lang="en-US" dirty="0"/>
              <a:t> provide some features but:</a:t>
            </a:r>
          </a:p>
          <a:p>
            <a:r>
              <a:rPr lang="en-US" dirty="0"/>
              <a:t>     - Lack integration of safety planning, contacts, and services.</a:t>
            </a:r>
          </a:p>
          <a:p>
            <a:r>
              <a:rPr lang="en-US" dirty="0"/>
              <a:t>     - Many are not discreet or user-friendly.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Research shows victims need</a:t>
            </a:r>
            <a:r>
              <a:rPr lang="en-US" dirty="0"/>
              <a:t>:</a:t>
            </a:r>
          </a:p>
          <a:p>
            <a:r>
              <a:rPr lang="en-US" dirty="0"/>
              <a:t>      -Quick emergency response.</a:t>
            </a:r>
          </a:p>
          <a:p>
            <a:r>
              <a:rPr lang="en-US" dirty="0"/>
              <a:t>      -Anonymous and safe communication.</a:t>
            </a:r>
          </a:p>
          <a:p>
            <a:r>
              <a:rPr lang="en-US" dirty="0"/>
              <a:t>      -Reliable database of services.</a:t>
            </a:r>
          </a:p>
          <a:p>
            <a:endParaRPr lang="en-US" dirty="0"/>
          </a:p>
          <a:p>
            <a:endParaRPr lang="en-US" dirty="0"/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00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2B222D-887A-492D-A96C-DA9792217DCD}"/>
              </a:ext>
            </a:extLst>
          </p:cNvPr>
          <p:cNvSpPr txBox="1"/>
          <p:nvPr/>
        </p:nvSpPr>
        <p:spPr>
          <a:xfrm>
            <a:off x="914400" y="419783"/>
            <a:ext cx="7400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CA7E4-595D-4FB2-AD16-8F5A6A7ACE54}"/>
              </a:ext>
            </a:extLst>
          </p:cNvPr>
          <p:cNvSpPr txBox="1"/>
          <p:nvPr/>
        </p:nvSpPr>
        <p:spPr>
          <a:xfrm>
            <a:off x="1533525" y="5885767"/>
            <a:ext cx="798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Entity Relationship Diagram of the Confidential Support App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99A90-30D8-4469-BECD-92160309B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4" y="1152525"/>
            <a:ext cx="83343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9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5BFFD-AB72-4CED-BF9F-431CF62B6910}"/>
              </a:ext>
            </a:extLst>
          </p:cNvPr>
          <p:cNvSpPr txBox="1"/>
          <p:nvPr/>
        </p:nvSpPr>
        <p:spPr>
          <a:xfrm>
            <a:off x="704850" y="504825"/>
            <a:ext cx="743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FC050-4D75-4D0F-8DA5-E59D2037E35F}"/>
              </a:ext>
            </a:extLst>
          </p:cNvPr>
          <p:cNvSpPr txBox="1"/>
          <p:nvPr/>
        </p:nvSpPr>
        <p:spPr>
          <a:xfrm>
            <a:off x="838200" y="1638300"/>
            <a:ext cx="77152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User registration/login (optional for safety).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Emergency SOS button.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Contact directory of support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Chat/Call with NGOs or police.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Hidden/disguise mode.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confidentiality and encryption.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 availability and quick response.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Mobile-friendly UI.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61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64079E-230F-432B-B542-099E133D11EE}"/>
              </a:ext>
            </a:extLst>
          </p:cNvPr>
          <p:cNvSpPr txBox="1"/>
          <p:nvPr/>
        </p:nvSpPr>
        <p:spPr>
          <a:xfrm>
            <a:off x="476250" y="533400"/>
            <a:ext cx="534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3EDE4-D9A9-43F9-8966-6147C8BFE6A1}"/>
              </a:ext>
            </a:extLst>
          </p:cNvPr>
          <p:cNvSpPr txBox="1"/>
          <p:nvPr/>
        </p:nvSpPr>
        <p:spPr>
          <a:xfrm>
            <a:off x="819150" y="1990725"/>
            <a:ext cx="873442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user_id, name, contact info (optional).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Emergency_Contacts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contact_id, type, phone/email.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Support_Services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service_id, org _name, location, helpline.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Incident_Reports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report_id, user_id, description, timestamp.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689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79C64-C73A-4935-8942-DF737F68DC89}"/>
              </a:ext>
            </a:extLst>
          </p:cNvPr>
          <p:cNvSpPr txBox="1"/>
          <p:nvPr/>
        </p:nvSpPr>
        <p:spPr>
          <a:xfrm>
            <a:off x="933450" y="647700"/>
            <a:ext cx="6753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8C8E4-09E2-4048-92CA-440EA930BCEB}"/>
              </a:ext>
            </a:extLst>
          </p:cNvPr>
          <p:cNvSpPr txBox="1"/>
          <p:nvPr/>
        </p:nvSpPr>
        <p:spPr>
          <a:xfrm>
            <a:off x="933450" y="1981200"/>
            <a:ext cx="84105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Native / Flutter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(Express) / Django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MySQL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JWT, Data Encryption (SSL/AES)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APIs/Services: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(Auth, Notifications), Twilio (SMS/Calls)</a:t>
            </a:r>
          </a:p>
          <a:p>
            <a:endParaRPr lang="en-US" sz="2400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7E7FDDC-2C69-4F45-BB3B-E2E9F9756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25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BC5A82-068F-4CE0-9B99-CFEC782AF46D}"/>
              </a:ext>
            </a:extLst>
          </p:cNvPr>
          <p:cNvSpPr txBox="1"/>
          <p:nvPr/>
        </p:nvSpPr>
        <p:spPr>
          <a:xfrm>
            <a:off x="2295525" y="2514600"/>
            <a:ext cx="74390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Copperplate Gothic Light" panose="020E05070202060204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1771088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345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Copperplate Gothic Light</vt:lpstr>
      <vt:lpstr>Times New Roman</vt:lpstr>
      <vt:lpstr>Trebuchet MS</vt:lpstr>
      <vt:lpstr>Wingdings 3</vt:lpstr>
      <vt:lpstr>Facet</vt:lpstr>
      <vt:lpstr>Safe Haven:  Confidential     Support System for Victims of Domestic Violence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Wings  :  Confidential     Support System for Victims of Domestic Violence</dc:title>
  <dc:creator>admin</dc:creator>
  <cp:lastModifiedBy>admin</cp:lastModifiedBy>
  <cp:revision>7</cp:revision>
  <dcterms:created xsi:type="dcterms:W3CDTF">2025-09-17T13:41:50Z</dcterms:created>
  <dcterms:modified xsi:type="dcterms:W3CDTF">2026-03-25T17:34:35Z</dcterms:modified>
</cp:coreProperties>
</file>